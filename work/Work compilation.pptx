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74" r:id="rId4"/>
    <p:sldId id="268" r:id="rId5"/>
    <p:sldId id="269" r:id="rId6"/>
    <p:sldId id="271" r:id="rId7"/>
    <p:sldId id="270" r:id="rId8"/>
    <p:sldId id="273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66" r:id="rId1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A35"/>
    <a:srgbClr val="565A5B"/>
    <a:srgbClr val="575350"/>
    <a:srgbClr val="B0A89D"/>
    <a:srgbClr val="807468"/>
    <a:srgbClr val="8A8F95"/>
    <a:srgbClr val="4C4C4A"/>
    <a:srgbClr val="2B2B28"/>
    <a:srgbClr val="282924"/>
    <a:srgbClr val="929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00" autoAdjust="0"/>
    <p:restoredTop sz="93595" autoAdjust="0"/>
  </p:normalViewPr>
  <p:slideViewPr>
    <p:cSldViewPr snapToGrid="0">
      <p:cViewPr varScale="1">
        <p:scale>
          <a:sx n="54" d="100"/>
          <a:sy n="54" d="100"/>
        </p:scale>
        <p:origin x="581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240" y="1200150"/>
            <a:ext cx="5760720" cy="324040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3CC6C-AE10-4962-85E9-8FCF3B1898BB}" type="datetimeFigureOut">
              <a:rPr lang="en-IN" smtClean="0"/>
              <a:t>01-05-2025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4A7DA-4031-4376-BBB0-B508743BE50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1046" y="2829232"/>
            <a:ext cx="4886632" cy="1199536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tx2">
                    <a:lumMod val="50000"/>
                  </a:schemeClr>
                </a:solidFill>
                <a:latin typeface="Algerian" panose="04020705040A02060702" pitchFamily="82" charset="0"/>
              </a:rPr>
              <a:t>WELCOME</a:t>
            </a:r>
            <a:endParaRPr lang="en-IN" sz="8000" dirty="0">
              <a:solidFill>
                <a:schemeClr val="tx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BankGothic Md BT" panose="020B0807020203060204" pitchFamily="34" charset="0"/>
              </a:rPr>
              <a:t>Pooja </a:t>
            </a:r>
            <a:r>
              <a:rPr lang="en-US" dirty="0" err="1" smtClean="0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8" name="Rectangle: Rounded Corners 7"/>
          <p:cNvSpPr/>
          <p:nvPr/>
        </p:nvSpPr>
        <p:spPr>
          <a:xfrm>
            <a:off x="8347586" y="1645412"/>
            <a:ext cx="2664542" cy="1199536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ABOUT ME</a:t>
            </a:r>
            <a:endParaRPr lang="en-IN" sz="2400" b="1" dirty="0">
              <a:solidFill>
                <a:schemeClr val="bg1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/>
          <p:cNvSpPr/>
          <p:nvPr/>
        </p:nvSpPr>
        <p:spPr>
          <a:xfrm>
            <a:off x="9193160" y="2864946"/>
            <a:ext cx="2664542" cy="1199536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3D drawings</a:t>
            </a:r>
            <a:endParaRPr lang="en-IN" sz="2400" b="1" dirty="0">
              <a:solidFill>
                <a:schemeClr val="tx2">
                  <a:lumMod val="50000"/>
                </a:schemeClr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  <p:sp>
        <p:nvSpPr>
          <p:cNvPr id="13" name="Subtitle 2"/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01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3d drawings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/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/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latin typeface="BankGothic Md BT" panose="020B0807020203060204" pitchFamily="34" charset="0"/>
              </a:rPr>
              <a:t>Pooja </a:t>
            </a:r>
            <a:r>
              <a:rPr lang="en-US" dirty="0" err="1" smtClean="0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D859DABF-9A2D-9953-48F2-389C88FE4FAC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316FAA76-B7C9-1022-FBD4-9A14A156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52518CA-5C50-8A0E-17BF-998289639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Kitchen 3d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AE8FA656-ED7F-C7D2-2AB1-573C92B956FA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2F50ACED-DE10-B3E0-F8DD-DC75D941A8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011BBBE3-6BB5-399A-3D59-E0DF59CC8103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70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CD1F1D44-D34C-0950-A2DD-DA5313A99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4D5F8233-51A4-3884-5C88-7FC853E88219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DEFAEDEF-65B9-DD03-B930-04E5FF21BE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82E66E1B-EE6C-3658-884B-466D61D0404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31" y="304262"/>
            <a:ext cx="5361404" cy="3015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BDD348A4-8306-5553-8FFA-8B7D34A349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31" y="3405866"/>
            <a:ext cx="5361404" cy="30157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648D14F7-9616-A954-7B6F-5EB22D8747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799" y="304262"/>
            <a:ext cx="5362358" cy="301579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59A29A0C-EDD1-8342-1E0F-3A3A164B08E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0753" y="3405866"/>
            <a:ext cx="5361404" cy="301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37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6A5AF9D2-8ACD-2482-46FB-B76EADB17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C8C26879-5B64-17D4-954D-3543DB9DDE69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5BCD244C-9E38-15DB-3F9F-BBBCE0686D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74198CE-6716-907A-C2FF-CD8E9F981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982" y="1513561"/>
            <a:ext cx="5281921" cy="41049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F3F0A2E4-42D2-52C6-21FE-89AB760E6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8"/>
          <a:stretch/>
        </p:blipFill>
        <p:spPr>
          <a:xfrm>
            <a:off x="5669280" y="1513560"/>
            <a:ext cx="5890494" cy="410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200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A4ABA85-04D6-2595-BD7F-865E7B672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6EF51461-9497-4967-578F-EEBB3C198F3C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F98151C8-2433-CB77-3566-0FA5DEAF91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5FC449D-9B74-59DF-4734-8F85E8BE46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b="5032"/>
          <a:stretch/>
        </p:blipFill>
        <p:spPr>
          <a:xfrm>
            <a:off x="274320" y="3429000"/>
            <a:ext cx="4821941" cy="2943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1DC3DB38-7A5C-0244-6C05-1A3FA20887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" y="350529"/>
            <a:ext cx="4821941" cy="2943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3BA2328-6A2E-7ACC-D390-84B88D4AB90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701" y="1576992"/>
            <a:ext cx="6586089" cy="370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04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81579F11-184B-B0E9-1048-BFC2A63A8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AC4873-9928-2FA6-A31C-1C5FD8AA9B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Vanities and wardrobes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A770B363-72D9-0109-57E3-711FFD7EBAA8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98E4F02D-FDB6-FA37-B5C5-4DCAA1873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36D95996-ECB5-293A-FBAF-8FC372CDB86E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89854" y="3244334"/>
            <a:ext cx="18122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7411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9FF6F6B-B5BB-16BC-0F05-01A4FEF1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9162807B-2862-43CC-4335-92474158FA89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43287F59-62E9-C223-8151-8BFC0C784E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B6AA0273-B2FC-4FC7-BD68-0FAFA65411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944" y="609600"/>
            <a:ext cx="5348089" cy="5638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19F9F469-6577-5E63-BF61-A3E568F929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9600"/>
            <a:ext cx="5182684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12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A05201-8CD6-A256-BAFB-1B58A4467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0FD0DDA3-CB19-186C-268A-841EC08A0972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EF6A72A1-29A7-1D1D-DBCC-665BF0F62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A22094A9-E992-AED4-8FF3-F6714D6D7D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1" y="762000"/>
            <a:ext cx="3515794" cy="4958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5F2785B-9CE7-5E26-4470-86FE9A8209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449" y="762000"/>
            <a:ext cx="6678951" cy="495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69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E78CE8D6-2A25-F2A2-75D3-B2E5C7A3D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B4A91DCA-203C-FDE4-53AC-A56599784139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BC2D8498-840B-74EA-7709-54DE180D6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3D59CA3-461A-9987-286F-A46B746F1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33" r="25917"/>
          <a:stretch/>
        </p:blipFill>
        <p:spPr>
          <a:xfrm>
            <a:off x="91439" y="588879"/>
            <a:ext cx="4488415" cy="53433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48A3DAA3-B7DB-7F14-59FF-1E66DDAC9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66" r="14917"/>
          <a:stretch/>
        </p:blipFill>
        <p:spPr>
          <a:xfrm>
            <a:off x="4714239" y="588879"/>
            <a:ext cx="6451601" cy="5343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425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3F6FE51D-4B6D-2CEC-E616-EF14C9AA1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508AB3E-B406-383F-4FA2-5F282DE48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DENTAL CLINIC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837E1288-9FD9-8F00-9C9C-3E491951C9F4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9C7424CF-D936-C125-8CEC-29F9CDA2B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E205365C-3619-1A10-1D13-DFB88E035F2F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326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37D12410-5A41-BAD2-7C9B-74FE9E2F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ADEF07C6-1FA1-F8A4-A992-D56C7F157D42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9BF7184B-5B14-EBA1-F8D2-ABA0102F2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BankGothic Md BT" panose="020B0807020203060204" pitchFamily="34" charset="0"/>
              </a:rPr>
              <a:t>POOJA DAKSH </a:t>
            </a:r>
            <a:endParaRPr lang="en-IN" dirty="0">
              <a:latin typeface="BankGothic Md BT" panose="020B080702020306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410034A-7012-4042-125B-8B965212C6F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299"/>
          <a:stretch/>
        </p:blipFill>
        <p:spPr>
          <a:xfrm>
            <a:off x="193531" y="286708"/>
            <a:ext cx="4662949" cy="29907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6B65A2D-7DC9-070A-0144-BEF9D25BB84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667" b="2370"/>
          <a:stretch/>
        </p:blipFill>
        <p:spPr>
          <a:xfrm>
            <a:off x="193531" y="3407134"/>
            <a:ext cx="4662949" cy="30728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3CFBFC8E-A1A5-7E2E-1930-02F76884997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2" r="19167"/>
          <a:stretch/>
        </p:blipFill>
        <p:spPr>
          <a:xfrm>
            <a:off x="4988560" y="1517926"/>
            <a:ext cx="6644462" cy="421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2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7000"/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24E42D5-6927-BEF3-B315-F20D341B0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F228E7B-8B6D-0815-B520-B55331D54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Study room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EE76797E-C5CA-E346-2253-0DDA573F9C0A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BABAA533-7882-C1AF-AFD3-CECA4355F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773617CE-D5F1-04DB-62E2-C224661616F1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81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42FF8EB6-4DD0-2DB9-FC04-71EC63FB5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5AA7D4AF-27DF-65EE-4181-D45DA974C0D6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A7D539FF-6312-AC53-61A1-80DC8E629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A302E4CC-3EA4-2984-1EE4-9FFDC2ED2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17EB939-DA87-147C-37F3-35BEBC1B2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531" y="1477580"/>
            <a:ext cx="6104011" cy="40403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AD303D9-1EC9-CC3E-4CE4-8A8EF54DFA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208" y="1474717"/>
            <a:ext cx="5579668" cy="404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508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5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="" xmlns:a16="http://schemas.microsoft.com/office/drawing/2014/main" id="{EDFCAB71-DD53-7134-E21E-3099D4C49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320D629-041F-4AE4-E889-EE964ACBB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0266" y="3046771"/>
            <a:ext cx="7773156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BEDROOM 3D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5B9A3E80-61DF-924D-C8DA-E8AF1C81D6ED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8DE15C9B-7E3D-5FC2-F410-2D5158694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>
                <a:latin typeface="BankGothic Md BT" panose="020B0807020203060204" pitchFamily="34" charset="0"/>
              </a:rPr>
              <a:t>POOJA DAKSH 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="" xmlns:a16="http://schemas.microsoft.com/office/drawing/2014/main" id="{348F4D0D-162C-4AC1-F7AD-AC2EDF9FA1FF}"/>
              </a:ext>
            </a:extLst>
          </p:cNvPr>
          <p:cNvSpPr txBox="1">
            <a:spLocks/>
          </p:cNvSpPr>
          <p:nvPr/>
        </p:nvSpPr>
        <p:spPr>
          <a:xfrm>
            <a:off x="4612640" y="3737564"/>
            <a:ext cx="242856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>
                <a:latin typeface="BankGothic Md BT" panose="020B0807020203060204" pitchFamily="34" charset="0"/>
              </a:rPr>
              <a:t>sketchup</a:t>
            </a:r>
            <a:endParaRPr lang="en-IN" dirty="0">
              <a:latin typeface="BankGothic Md BT" panose="020B080702020306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9682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DB4F3E29-5B56-2C29-4A9B-65F9BBB47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0C87F07E-2A46-DF84-7A9C-C81AEB265C56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BB27A5EF-274B-79BD-6A28-A8DEF7F2C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163386A0-5B4B-7868-734B-BCF74809D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ED6790CF-C672-EAC7-F16F-576807652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62" b="5171"/>
          <a:stretch/>
        </p:blipFill>
        <p:spPr>
          <a:xfrm>
            <a:off x="5065993" y="1040365"/>
            <a:ext cx="7010394" cy="46233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59AC14D2-FF2D-4A0E-0689-E3DBB6579C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47" y="3464515"/>
            <a:ext cx="4614036" cy="3042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0E29AF3-9166-2D62-A986-F8CCAB126F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607"/>
          <a:stretch/>
        </p:blipFill>
        <p:spPr>
          <a:xfrm>
            <a:off x="366251" y="493709"/>
            <a:ext cx="4594632" cy="28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09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024BA860-19D2-D07D-7405-244E5DC80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>
            <a:extLst>
              <a:ext uri="{FF2B5EF4-FFF2-40B4-BE49-F238E27FC236}">
                <a16:creationId xmlns="" xmlns:a16="http://schemas.microsoft.com/office/drawing/2014/main" id="{1D51AA93-11A9-6576-7202-4075118B5D2F}"/>
              </a:ext>
            </a:extLst>
          </p:cNvPr>
          <p:cNvSpPr txBox="1"/>
          <p:nvPr/>
        </p:nvSpPr>
        <p:spPr>
          <a:xfrm>
            <a:off x="-201562" y="0"/>
            <a:ext cx="1135627" cy="35052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BankGothic Md BT" panose="020B0807020203060204" pitchFamily="34" charset="0"/>
              </a:rPr>
              <a:t>03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="" xmlns:a16="http://schemas.microsoft.com/office/drawing/2014/main" id="{0D8D56F7-A647-7111-1D42-D332B643B5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507471"/>
            <a:ext cx="2428567" cy="35052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BankGothic Md BT" panose="020B0807020203060204" pitchFamily="34" charset="0"/>
              </a:rPr>
              <a:t>Pooja </a:t>
            </a:r>
            <a:r>
              <a:rPr lang="en-US" dirty="0" err="1">
                <a:latin typeface="BankGothic Md BT" panose="020B0807020203060204" pitchFamily="34" charset="0"/>
              </a:rPr>
              <a:t>daksh</a:t>
            </a:r>
            <a:endParaRPr lang="en-IN" dirty="0">
              <a:latin typeface="BankGothic Md BT" panose="020B080702020306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D7B771-481E-19B5-F49E-96D209B1A8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6146" y="3234712"/>
            <a:ext cx="4759707" cy="764458"/>
          </a:xfrm>
        </p:spPr>
        <p:txBody>
          <a:bodyPr>
            <a:noAutofit/>
          </a:bodyPr>
          <a:lstStyle/>
          <a:p>
            <a:r>
              <a:rPr lang="en-US" sz="4800" dirty="0">
                <a:latin typeface="Algerian" panose="04020705040A02060702" pitchFamily="82" charset="0"/>
              </a:rPr>
              <a:t>THANKYOU</a:t>
            </a:r>
            <a:endParaRPr lang="en-IN" sz="48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569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78</Words>
  <Application>Microsoft Office PowerPoint</Application>
  <PresentationFormat>Widescreen</PresentationFormat>
  <Paragraphs>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Algerian</vt:lpstr>
      <vt:lpstr>Arial</vt:lpstr>
      <vt:lpstr>BankGothic Md BT</vt:lpstr>
      <vt:lpstr>Calibri</vt:lpstr>
      <vt:lpstr>Calibri Light</vt:lpstr>
      <vt:lpstr>Office Theme</vt:lpstr>
      <vt:lpstr>WELCOME</vt:lpstr>
      <vt:lpstr>3d drawings</vt:lpstr>
      <vt:lpstr>Kitchen 3d</vt:lpstr>
      <vt:lpstr>PowerPoint Presentation</vt:lpstr>
      <vt:lpstr>PowerPoint Presentation</vt:lpstr>
      <vt:lpstr>PowerPoint Presentation</vt:lpstr>
      <vt:lpstr>Vanities and wardrobes</vt:lpstr>
      <vt:lpstr>PowerPoint Presentation</vt:lpstr>
      <vt:lpstr>PowerPoint Presentation</vt:lpstr>
      <vt:lpstr>PowerPoint Presentation</vt:lpstr>
      <vt:lpstr>DENTAL CLINIC</vt:lpstr>
      <vt:lpstr>PowerPoint Presentation</vt:lpstr>
      <vt:lpstr>Study room</vt:lpstr>
      <vt:lpstr>PowerPoint Presentation</vt:lpstr>
      <vt:lpstr>BEDROOM 3D</vt:lpstr>
      <vt:lpstr>PowerPoint Presentation</vt:lpstr>
      <vt:lpstr>THANKYOU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Sujal Malhotra</dc:creator>
  <cp:lastModifiedBy>Pooja D</cp:lastModifiedBy>
  <cp:revision>23</cp:revision>
  <cp:lastPrinted>2025-01-22T17:24:00Z</cp:lastPrinted>
  <dcterms:created xsi:type="dcterms:W3CDTF">2025-01-21T17:15:00Z</dcterms:created>
  <dcterms:modified xsi:type="dcterms:W3CDTF">2025-05-01T05:50:55Z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A473EBE5EFC9452C9EF9F8065944E570_12</vt:lpwstr>
  </property>
  <property fmtid="{D5CDD505-2E9C-101B-9397-08002B2CF9AE}" pid="3" name="KSOProductBuildVer">
    <vt:lpwstr>1033-12.2.0.19805</vt:lpwstr>
  </property>
</Properties>
</file>